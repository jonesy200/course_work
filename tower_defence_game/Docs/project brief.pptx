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F945E0-83A3-4812-89C4-9E002BE09DF8}" v="23" dt="2026-04-27T08:43:47.3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36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an Jones (12MG)" userId="255a7527-22e4-4dd2-9172-fe890232cf1e" providerId="ADAL" clId="{A9C70086-A7DF-4ECC-B35B-8F6849A3BDD8}"/>
    <pc:docChg chg="undo custSel addSld modSld">
      <pc:chgData name="Dean Jones (12MG)" userId="255a7527-22e4-4dd2-9172-fe890232cf1e" providerId="ADAL" clId="{A9C70086-A7DF-4ECC-B35B-8F6849A3BDD8}" dt="2026-04-27T09:28:45.887" v="1463" actId="20577"/>
      <pc:docMkLst>
        <pc:docMk/>
      </pc:docMkLst>
      <pc:sldChg chg="addSp delSp modSp new mod">
        <pc:chgData name="Dean Jones (12MG)" userId="255a7527-22e4-4dd2-9172-fe890232cf1e" providerId="ADAL" clId="{A9C70086-A7DF-4ECC-B35B-8F6849A3BDD8}" dt="2026-04-27T09:28:45.887" v="1463" actId="20577"/>
        <pc:sldMkLst>
          <pc:docMk/>
          <pc:sldMk cId="3148520095" sldId="256"/>
        </pc:sldMkLst>
        <pc:spChg chg="del">
          <ac:chgData name="Dean Jones (12MG)" userId="255a7527-22e4-4dd2-9172-fe890232cf1e" providerId="ADAL" clId="{A9C70086-A7DF-4ECC-B35B-8F6849A3BDD8}" dt="2026-04-27T08:11:55.930" v="2" actId="478"/>
          <ac:spMkLst>
            <pc:docMk/>
            <pc:sldMk cId="3148520095" sldId="256"/>
            <ac:spMk id="2" creationId="{477EB952-F3F8-4C18-4668-BC8FC60AFEBC}"/>
          </ac:spMkLst>
        </pc:spChg>
        <pc:spChg chg="del">
          <ac:chgData name="Dean Jones (12MG)" userId="255a7527-22e4-4dd2-9172-fe890232cf1e" providerId="ADAL" clId="{A9C70086-A7DF-4ECC-B35B-8F6849A3BDD8}" dt="2026-04-27T08:11:54.866" v="1" actId="478"/>
          <ac:spMkLst>
            <pc:docMk/>
            <pc:sldMk cId="3148520095" sldId="256"/>
            <ac:spMk id="3" creationId="{4BA80831-FA07-D198-2D94-3CEB9CF56B40}"/>
          </ac:spMkLst>
        </pc:spChg>
        <pc:spChg chg="add mod">
          <ac:chgData name="Dean Jones (12MG)" userId="255a7527-22e4-4dd2-9172-fe890232cf1e" providerId="ADAL" clId="{A9C70086-A7DF-4ECC-B35B-8F6849A3BDD8}" dt="2026-04-27T08:43:08.824" v="1402" actId="20577"/>
          <ac:spMkLst>
            <pc:docMk/>
            <pc:sldMk cId="3148520095" sldId="256"/>
            <ac:spMk id="4" creationId="{46B34F6C-399F-0BCE-45FB-F82A1DC75F65}"/>
          </ac:spMkLst>
        </pc:spChg>
        <pc:spChg chg="add mod">
          <ac:chgData name="Dean Jones (12MG)" userId="255a7527-22e4-4dd2-9172-fe890232cf1e" providerId="ADAL" clId="{A9C70086-A7DF-4ECC-B35B-8F6849A3BDD8}" dt="2026-04-27T08:43:15.045" v="1404" actId="1076"/>
          <ac:spMkLst>
            <pc:docMk/>
            <pc:sldMk cId="3148520095" sldId="256"/>
            <ac:spMk id="5" creationId="{69E189BF-1FE1-944F-6B6E-139C25588149}"/>
          </ac:spMkLst>
        </pc:spChg>
        <pc:spChg chg="add">
          <ac:chgData name="Dean Jones (12MG)" userId="255a7527-22e4-4dd2-9172-fe890232cf1e" providerId="ADAL" clId="{A9C70086-A7DF-4ECC-B35B-8F6849A3BDD8}" dt="2026-04-27T08:30:10.806" v="1148" actId="11529"/>
          <ac:spMkLst>
            <pc:docMk/>
            <pc:sldMk cId="3148520095" sldId="256"/>
            <ac:spMk id="6" creationId="{8D306F3F-CC76-7651-B198-1A9D95FA83AE}"/>
          </ac:spMkLst>
        </pc:spChg>
        <pc:spChg chg="add mod">
          <ac:chgData name="Dean Jones (12MG)" userId="255a7527-22e4-4dd2-9172-fe890232cf1e" providerId="ADAL" clId="{A9C70086-A7DF-4ECC-B35B-8F6849A3BDD8}" dt="2026-04-27T08:30:16.892" v="1151" actId="14100"/>
          <ac:spMkLst>
            <pc:docMk/>
            <pc:sldMk cId="3148520095" sldId="256"/>
            <ac:spMk id="7" creationId="{A08996D6-4D5B-876B-1849-6EFD754571CB}"/>
          </ac:spMkLst>
        </pc:spChg>
        <pc:spChg chg="add mod">
          <ac:chgData name="Dean Jones (12MG)" userId="255a7527-22e4-4dd2-9172-fe890232cf1e" providerId="ADAL" clId="{A9C70086-A7DF-4ECC-B35B-8F6849A3BDD8}" dt="2026-04-27T08:30:20.574" v="1153" actId="1076"/>
          <ac:spMkLst>
            <pc:docMk/>
            <pc:sldMk cId="3148520095" sldId="256"/>
            <ac:spMk id="8" creationId="{B2DBAC1E-0ED8-7F25-414E-4D49E1A52D87}"/>
          </ac:spMkLst>
        </pc:spChg>
        <pc:spChg chg="add mod">
          <ac:chgData name="Dean Jones (12MG)" userId="255a7527-22e4-4dd2-9172-fe890232cf1e" providerId="ADAL" clId="{A9C70086-A7DF-4ECC-B35B-8F6849A3BDD8}" dt="2026-04-27T08:32:02.552" v="1164" actId="164"/>
          <ac:spMkLst>
            <pc:docMk/>
            <pc:sldMk cId="3148520095" sldId="256"/>
            <ac:spMk id="9" creationId="{0EFC5A42-12BA-18E8-378F-1658F63C0F70}"/>
          </ac:spMkLst>
        </pc:spChg>
        <pc:spChg chg="add mod">
          <ac:chgData name="Dean Jones (12MG)" userId="255a7527-22e4-4dd2-9172-fe890232cf1e" providerId="ADAL" clId="{A9C70086-A7DF-4ECC-B35B-8F6849A3BDD8}" dt="2026-04-27T08:32:02.552" v="1164" actId="164"/>
          <ac:spMkLst>
            <pc:docMk/>
            <pc:sldMk cId="3148520095" sldId="256"/>
            <ac:spMk id="10" creationId="{55871FB2-E034-2470-FA2A-B9A956A0E353}"/>
          </ac:spMkLst>
        </pc:spChg>
        <pc:spChg chg="add mod">
          <ac:chgData name="Dean Jones (12MG)" userId="255a7527-22e4-4dd2-9172-fe890232cf1e" providerId="ADAL" clId="{A9C70086-A7DF-4ECC-B35B-8F6849A3BDD8}" dt="2026-04-27T08:32:02.552" v="1164" actId="164"/>
          <ac:spMkLst>
            <pc:docMk/>
            <pc:sldMk cId="3148520095" sldId="256"/>
            <ac:spMk id="11" creationId="{E86426A4-6B36-F7AA-D4FF-9FCBFD5D6930}"/>
          </ac:spMkLst>
        </pc:spChg>
        <pc:spChg chg="add mod">
          <ac:chgData name="Dean Jones (12MG)" userId="255a7527-22e4-4dd2-9172-fe890232cf1e" providerId="ADAL" clId="{A9C70086-A7DF-4ECC-B35B-8F6849A3BDD8}" dt="2026-04-27T08:32:02.552" v="1164" actId="164"/>
          <ac:spMkLst>
            <pc:docMk/>
            <pc:sldMk cId="3148520095" sldId="256"/>
            <ac:spMk id="12" creationId="{6C74FB49-FF31-E0FB-C18C-68BB0F17B179}"/>
          </ac:spMkLst>
        </pc:spChg>
        <pc:spChg chg="add mod">
          <ac:chgData name="Dean Jones (12MG)" userId="255a7527-22e4-4dd2-9172-fe890232cf1e" providerId="ADAL" clId="{A9C70086-A7DF-4ECC-B35B-8F6849A3BDD8}" dt="2026-04-27T08:32:02.552" v="1164" actId="164"/>
          <ac:spMkLst>
            <pc:docMk/>
            <pc:sldMk cId="3148520095" sldId="256"/>
            <ac:spMk id="13" creationId="{56E5AC94-11AB-CAE8-70B0-B99080D899AB}"/>
          </ac:spMkLst>
        </pc:spChg>
        <pc:spChg chg="add mod">
          <ac:chgData name="Dean Jones (12MG)" userId="255a7527-22e4-4dd2-9172-fe890232cf1e" providerId="ADAL" clId="{A9C70086-A7DF-4ECC-B35B-8F6849A3BDD8}" dt="2026-04-27T08:32:02.552" v="1164" actId="164"/>
          <ac:spMkLst>
            <pc:docMk/>
            <pc:sldMk cId="3148520095" sldId="256"/>
            <ac:spMk id="14" creationId="{47C3C7FF-963A-9E94-3EA6-AB3F78E1696E}"/>
          </ac:spMkLst>
        </pc:spChg>
        <pc:spChg chg="add mod">
          <ac:chgData name="Dean Jones (12MG)" userId="255a7527-22e4-4dd2-9172-fe890232cf1e" providerId="ADAL" clId="{A9C70086-A7DF-4ECC-B35B-8F6849A3BDD8}" dt="2026-04-27T08:32:02.552" v="1164" actId="164"/>
          <ac:spMkLst>
            <pc:docMk/>
            <pc:sldMk cId="3148520095" sldId="256"/>
            <ac:spMk id="15" creationId="{C2A14EE7-65A5-F6CD-519A-B13CC76A0D2C}"/>
          </ac:spMkLst>
        </pc:spChg>
        <pc:spChg chg="add mod">
          <ac:chgData name="Dean Jones (12MG)" userId="255a7527-22e4-4dd2-9172-fe890232cf1e" providerId="ADAL" clId="{A9C70086-A7DF-4ECC-B35B-8F6849A3BDD8}" dt="2026-04-27T08:32:02.552" v="1164" actId="164"/>
          <ac:spMkLst>
            <pc:docMk/>
            <pc:sldMk cId="3148520095" sldId="256"/>
            <ac:spMk id="16" creationId="{4C49572C-D1E4-AFB5-D5E4-A7849DEB37C1}"/>
          </ac:spMkLst>
        </pc:spChg>
        <pc:spChg chg="add mod">
          <ac:chgData name="Dean Jones (12MG)" userId="255a7527-22e4-4dd2-9172-fe890232cf1e" providerId="ADAL" clId="{A9C70086-A7DF-4ECC-B35B-8F6849A3BDD8}" dt="2026-04-27T08:32:02.552" v="1164" actId="164"/>
          <ac:spMkLst>
            <pc:docMk/>
            <pc:sldMk cId="3148520095" sldId="256"/>
            <ac:spMk id="17" creationId="{59EC98EB-9059-2375-A839-7519709D37DC}"/>
          </ac:spMkLst>
        </pc:spChg>
        <pc:spChg chg="add mod">
          <ac:chgData name="Dean Jones (12MG)" userId="255a7527-22e4-4dd2-9172-fe890232cf1e" providerId="ADAL" clId="{A9C70086-A7DF-4ECC-B35B-8F6849A3BDD8}" dt="2026-04-27T08:32:07.222" v="1169" actId="1076"/>
          <ac:spMkLst>
            <pc:docMk/>
            <pc:sldMk cId="3148520095" sldId="256"/>
            <ac:spMk id="19" creationId="{F34DBBE1-5631-0346-44C2-6E7786A78E21}"/>
          </ac:spMkLst>
        </pc:spChg>
        <pc:spChg chg="add mod">
          <ac:chgData name="Dean Jones (12MG)" userId="255a7527-22e4-4dd2-9172-fe890232cf1e" providerId="ADAL" clId="{A9C70086-A7DF-4ECC-B35B-8F6849A3BDD8}" dt="2026-04-27T08:32:07.222" v="1169" actId="1076"/>
          <ac:spMkLst>
            <pc:docMk/>
            <pc:sldMk cId="3148520095" sldId="256"/>
            <ac:spMk id="20" creationId="{A018BEB3-8667-F3F0-4264-ABABF158E443}"/>
          </ac:spMkLst>
        </pc:spChg>
        <pc:spChg chg="add mod">
          <ac:chgData name="Dean Jones (12MG)" userId="255a7527-22e4-4dd2-9172-fe890232cf1e" providerId="ADAL" clId="{A9C70086-A7DF-4ECC-B35B-8F6849A3BDD8}" dt="2026-04-27T08:32:07.222" v="1169" actId="1076"/>
          <ac:spMkLst>
            <pc:docMk/>
            <pc:sldMk cId="3148520095" sldId="256"/>
            <ac:spMk id="21" creationId="{A904FAEA-2C48-56AF-8C09-DB2CA5997BA9}"/>
          </ac:spMkLst>
        </pc:spChg>
        <pc:spChg chg="add mod">
          <ac:chgData name="Dean Jones (12MG)" userId="255a7527-22e4-4dd2-9172-fe890232cf1e" providerId="ADAL" clId="{A9C70086-A7DF-4ECC-B35B-8F6849A3BDD8}" dt="2026-04-27T08:32:08.968" v="1170"/>
          <ac:spMkLst>
            <pc:docMk/>
            <pc:sldMk cId="3148520095" sldId="256"/>
            <ac:spMk id="22" creationId="{8C481422-73A9-2E99-81B8-26E773272379}"/>
          </ac:spMkLst>
        </pc:spChg>
        <pc:spChg chg="add mod">
          <ac:chgData name="Dean Jones (12MG)" userId="255a7527-22e4-4dd2-9172-fe890232cf1e" providerId="ADAL" clId="{A9C70086-A7DF-4ECC-B35B-8F6849A3BDD8}" dt="2026-04-27T08:32:08.968" v="1170"/>
          <ac:spMkLst>
            <pc:docMk/>
            <pc:sldMk cId="3148520095" sldId="256"/>
            <ac:spMk id="23" creationId="{75A1D4F4-393F-9B93-706E-0D08E2B0F9DB}"/>
          </ac:spMkLst>
        </pc:spChg>
        <pc:spChg chg="add mod">
          <ac:chgData name="Dean Jones (12MG)" userId="255a7527-22e4-4dd2-9172-fe890232cf1e" providerId="ADAL" clId="{A9C70086-A7DF-4ECC-B35B-8F6849A3BDD8}" dt="2026-04-27T08:32:08.968" v="1170"/>
          <ac:spMkLst>
            <pc:docMk/>
            <pc:sldMk cId="3148520095" sldId="256"/>
            <ac:spMk id="24" creationId="{BB0475FD-FC99-AFE6-2583-50A5777798F9}"/>
          </ac:spMkLst>
        </pc:spChg>
        <pc:spChg chg="mod">
          <ac:chgData name="Dean Jones (12MG)" userId="255a7527-22e4-4dd2-9172-fe890232cf1e" providerId="ADAL" clId="{A9C70086-A7DF-4ECC-B35B-8F6849A3BDD8}" dt="2026-04-27T08:32:10.715" v="1171"/>
          <ac:spMkLst>
            <pc:docMk/>
            <pc:sldMk cId="3148520095" sldId="256"/>
            <ac:spMk id="26" creationId="{F0C08C99-28D6-E966-3290-EA9B829FD17D}"/>
          </ac:spMkLst>
        </pc:spChg>
        <pc:spChg chg="mod">
          <ac:chgData name="Dean Jones (12MG)" userId="255a7527-22e4-4dd2-9172-fe890232cf1e" providerId="ADAL" clId="{A9C70086-A7DF-4ECC-B35B-8F6849A3BDD8}" dt="2026-04-27T08:32:10.715" v="1171"/>
          <ac:spMkLst>
            <pc:docMk/>
            <pc:sldMk cId="3148520095" sldId="256"/>
            <ac:spMk id="27" creationId="{DD5C17A8-4DC9-0000-B22C-78DDF0C633A3}"/>
          </ac:spMkLst>
        </pc:spChg>
        <pc:spChg chg="mod">
          <ac:chgData name="Dean Jones (12MG)" userId="255a7527-22e4-4dd2-9172-fe890232cf1e" providerId="ADAL" clId="{A9C70086-A7DF-4ECC-B35B-8F6849A3BDD8}" dt="2026-04-27T08:32:10.715" v="1171"/>
          <ac:spMkLst>
            <pc:docMk/>
            <pc:sldMk cId="3148520095" sldId="256"/>
            <ac:spMk id="28" creationId="{BC71A0AA-4509-FD86-6608-C0CFFC9B3BD2}"/>
          </ac:spMkLst>
        </pc:spChg>
        <pc:spChg chg="mod">
          <ac:chgData name="Dean Jones (12MG)" userId="255a7527-22e4-4dd2-9172-fe890232cf1e" providerId="ADAL" clId="{A9C70086-A7DF-4ECC-B35B-8F6849A3BDD8}" dt="2026-04-27T08:32:10.715" v="1171"/>
          <ac:spMkLst>
            <pc:docMk/>
            <pc:sldMk cId="3148520095" sldId="256"/>
            <ac:spMk id="29" creationId="{A5067A23-BC79-6E54-6523-83A70569C23E}"/>
          </ac:spMkLst>
        </pc:spChg>
        <pc:spChg chg="mod">
          <ac:chgData name="Dean Jones (12MG)" userId="255a7527-22e4-4dd2-9172-fe890232cf1e" providerId="ADAL" clId="{A9C70086-A7DF-4ECC-B35B-8F6849A3BDD8}" dt="2026-04-27T08:32:10.715" v="1171"/>
          <ac:spMkLst>
            <pc:docMk/>
            <pc:sldMk cId="3148520095" sldId="256"/>
            <ac:spMk id="30" creationId="{0DD664EB-D35F-C546-AF07-6C6C65D62EBD}"/>
          </ac:spMkLst>
        </pc:spChg>
        <pc:spChg chg="mod">
          <ac:chgData name="Dean Jones (12MG)" userId="255a7527-22e4-4dd2-9172-fe890232cf1e" providerId="ADAL" clId="{A9C70086-A7DF-4ECC-B35B-8F6849A3BDD8}" dt="2026-04-27T08:32:10.715" v="1171"/>
          <ac:spMkLst>
            <pc:docMk/>
            <pc:sldMk cId="3148520095" sldId="256"/>
            <ac:spMk id="31" creationId="{312DC47F-94A5-F8C1-B67A-4C88E847FD27}"/>
          </ac:spMkLst>
        </pc:spChg>
        <pc:spChg chg="mod">
          <ac:chgData name="Dean Jones (12MG)" userId="255a7527-22e4-4dd2-9172-fe890232cf1e" providerId="ADAL" clId="{A9C70086-A7DF-4ECC-B35B-8F6849A3BDD8}" dt="2026-04-27T08:32:10.715" v="1171"/>
          <ac:spMkLst>
            <pc:docMk/>
            <pc:sldMk cId="3148520095" sldId="256"/>
            <ac:spMk id="32" creationId="{C5FAC1C3-E4E0-9D80-8841-6AB680455EC8}"/>
          </ac:spMkLst>
        </pc:spChg>
        <pc:spChg chg="mod">
          <ac:chgData name="Dean Jones (12MG)" userId="255a7527-22e4-4dd2-9172-fe890232cf1e" providerId="ADAL" clId="{A9C70086-A7DF-4ECC-B35B-8F6849A3BDD8}" dt="2026-04-27T08:32:10.715" v="1171"/>
          <ac:spMkLst>
            <pc:docMk/>
            <pc:sldMk cId="3148520095" sldId="256"/>
            <ac:spMk id="33" creationId="{68CD06AC-D712-36E5-302B-44115DD0FB50}"/>
          </ac:spMkLst>
        </pc:spChg>
        <pc:spChg chg="mod">
          <ac:chgData name="Dean Jones (12MG)" userId="255a7527-22e4-4dd2-9172-fe890232cf1e" providerId="ADAL" clId="{A9C70086-A7DF-4ECC-B35B-8F6849A3BDD8}" dt="2026-04-27T08:32:10.715" v="1171"/>
          <ac:spMkLst>
            <pc:docMk/>
            <pc:sldMk cId="3148520095" sldId="256"/>
            <ac:spMk id="34" creationId="{C4E16E17-B43C-9430-5141-298CFCAA478B}"/>
          </ac:spMkLst>
        </pc:spChg>
        <pc:spChg chg="mod">
          <ac:chgData name="Dean Jones (12MG)" userId="255a7527-22e4-4dd2-9172-fe890232cf1e" providerId="ADAL" clId="{A9C70086-A7DF-4ECC-B35B-8F6849A3BDD8}" dt="2026-04-27T08:32:13.576" v="1173"/>
          <ac:spMkLst>
            <pc:docMk/>
            <pc:sldMk cId="3148520095" sldId="256"/>
            <ac:spMk id="36" creationId="{DD13D041-4592-432E-8A30-E2AAF774C63A}"/>
          </ac:spMkLst>
        </pc:spChg>
        <pc:spChg chg="mod">
          <ac:chgData name="Dean Jones (12MG)" userId="255a7527-22e4-4dd2-9172-fe890232cf1e" providerId="ADAL" clId="{A9C70086-A7DF-4ECC-B35B-8F6849A3BDD8}" dt="2026-04-27T08:32:13.576" v="1173"/>
          <ac:spMkLst>
            <pc:docMk/>
            <pc:sldMk cId="3148520095" sldId="256"/>
            <ac:spMk id="37" creationId="{050A253A-F094-87E6-5AA1-BEB394EABF37}"/>
          </ac:spMkLst>
        </pc:spChg>
        <pc:spChg chg="mod">
          <ac:chgData name="Dean Jones (12MG)" userId="255a7527-22e4-4dd2-9172-fe890232cf1e" providerId="ADAL" clId="{A9C70086-A7DF-4ECC-B35B-8F6849A3BDD8}" dt="2026-04-27T08:32:13.576" v="1173"/>
          <ac:spMkLst>
            <pc:docMk/>
            <pc:sldMk cId="3148520095" sldId="256"/>
            <ac:spMk id="38" creationId="{54821DFD-B15A-15AB-850D-3CA1E2DB1E73}"/>
          </ac:spMkLst>
        </pc:spChg>
        <pc:spChg chg="mod">
          <ac:chgData name="Dean Jones (12MG)" userId="255a7527-22e4-4dd2-9172-fe890232cf1e" providerId="ADAL" clId="{A9C70086-A7DF-4ECC-B35B-8F6849A3BDD8}" dt="2026-04-27T08:32:13.576" v="1173"/>
          <ac:spMkLst>
            <pc:docMk/>
            <pc:sldMk cId="3148520095" sldId="256"/>
            <ac:spMk id="39" creationId="{4CBC8B05-6A2C-C53A-4D31-2019FB5F8ADE}"/>
          </ac:spMkLst>
        </pc:spChg>
        <pc:spChg chg="mod">
          <ac:chgData name="Dean Jones (12MG)" userId="255a7527-22e4-4dd2-9172-fe890232cf1e" providerId="ADAL" clId="{A9C70086-A7DF-4ECC-B35B-8F6849A3BDD8}" dt="2026-04-27T08:32:13.576" v="1173"/>
          <ac:spMkLst>
            <pc:docMk/>
            <pc:sldMk cId="3148520095" sldId="256"/>
            <ac:spMk id="40" creationId="{828ADDBB-1FE0-555E-313C-C80A13A0CFA6}"/>
          </ac:spMkLst>
        </pc:spChg>
        <pc:spChg chg="mod">
          <ac:chgData name="Dean Jones (12MG)" userId="255a7527-22e4-4dd2-9172-fe890232cf1e" providerId="ADAL" clId="{A9C70086-A7DF-4ECC-B35B-8F6849A3BDD8}" dt="2026-04-27T08:32:13.576" v="1173"/>
          <ac:spMkLst>
            <pc:docMk/>
            <pc:sldMk cId="3148520095" sldId="256"/>
            <ac:spMk id="41" creationId="{E1B442A7-E764-8179-DF1B-F519A63ED6AD}"/>
          </ac:spMkLst>
        </pc:spChg>
        <pc:spChg chg="mod">
          <ac:chgData name="Dean Jones (12MG)" userId="255a7527-22e4-4dd2-9172-fe890232cf1e" providerId="ADAL" clId="{A9C70086-A7DF-4ECC-B35B-8F6849A3BDD8}" dt="2026-04-27T08:32:13.576" v="1173"/>
          <ac:spMkLst>
            <pc:docMk/>
            <pc:sldMk cId="3148520095" sldId="256"/>
            <ac:spMk id="42" creationId="{9C37E448-65CB-ED3C-4753-BD7D995C9279}"/>
          </ac:spMkLst>
        </pc:spChg>
        <pc:spChg chg="mod">
          <ac:chgData name="Dean Jones (12MG)" userId="255a7527-22e4-4dd2-9172-fe890232cf1e" providerId="ADAL" clId="{A9C70086-A7DF-4ECC-B35B-8F6849A3BDD8}" dt="2026-04-27T08:32:13.576" v="1173"/>
          <ac:spMkLst>
            <pc:docMk/>
            <pc:sldMk cId="3148520095" sldId="256"/>
            <ac:spMk id="43" creationId="{6FD6DC57-97A4-2138-F73D-07D2680260AD}"/>
          </ac:spMkLst>
        </pc:spChg>
        <pc:spChg chg="mod">
          <ac:chgData name="Dean Jones (12MG)" userId="255a7527-22e4-4dd2-9172-fe890232cf1e" providerId="ADAL" clId="{A9C70086-A7DF-4ECC-B35B-8F6849A3BDD8}" dt="2026-04-27T08:32:13.576" v="1173"/>
          <ac:spMkLst>
            <pc:docMk/>
            <pc:sldMk cId="3148520095" sldId="256"/>
            <ac:spMk id="44" creationId="{C0F28D5D-93B9-18EF-B09A-4AB080C23678}"/>
          </ac:spMkLst>
        </pc:spChg>
        <pc:spChg chg="mod">
          <ac:chgData name="Dean Jones (12MG)" userId="255a7527-22e4-4dd2-9172-fe890232cf1e" providerId="ADAL" clId="{A9C70086-A7DF-4ECC-B35B-8F6849A3BDD8}" dt="2026-04-27T08:32:15.655" v="1175"/>
          <ac:spMkLst>
            <pc:docMk/>
            <pc:sldMk cId="3148520095" sldId="256"/>
            <ac:spMk id="46" creationId="{7251F31E-59BF-DCFA-9B34-24D9147C1C73}"/>
          </ac:spMkLst>
        </pc:spChg>
        <pc:spChg chg="mod">
          <ac:chgData name="Dean Jones (12MG)" userId="255a7527-22e4-4dd2-9172-fe890232cf1e" providerId="ADAL" clId="{A9C70086-A7DF-4ECC-B35B-8F6849A3BDD8}" dt="2026-04-27T08:32:15.655" v="1175"/>
          <ac:spMkLst>
            <pc:docMk/>
            <pc:sldMk cId="3148520095" sldId="256"/>
            <ac:spMk id="47" creationId="{81EE80C2-BCED-5ED8-0E03-F93BD53F2F7F}"/>
          </ac:spMkLst>
        </pc:spChg>
        <pc:spChg chg="mod">
          <ac:chgData name="Dean Jones (12MG)" userId="255a7527-22e4-4dd2-9172-fe890232cf1e" providerId="ADAL" clId="{A9C70086-A7DF-4ECC-B35B-8F6849A3BDD8}" dt="2026-04-27T08:32:15.655" v="1175"/>
          <ac:spMkLst>
            <pc:docMk/>
            <pc:sldMk cId="3148520095" sldId="256"/>
            <ac:spMk id="48" creationId="{729F76E9-E933-7201-3FD5-DF7427AE6BC9}"/>
          </ac:spMkLst>
        </pc:spChg>
        <pc:spChg chg="mod">
          <ac:chgData name="Dean Jones (12MG)" userId="255a7527-22e4-4dd2-9172-fe890232cf1e" providerId="ADAL" clId="{A9C70086-A7DF-4ECC-B35B-8F6849A3BDD8}" dt="2026-04-27T08:32:15.655" v="1175"/>
          <ac:spMkLst>
            <pc:docMk/>
            <pc:sldMk cId="3148520095" sldId="256"/>
            <ac:spMk id="49" creationId="{DDCF4986-CD19-704E-6EAE-64DB94ED73A4}"/>
          </ac:spMkLst>
        </pc:spChg>
        <pc:spChg chg="mod">
          <ac:chgData name="Dean Jones (12MG)" userId="255a7527-22e4-4dd2-9172-fe890232cf1e" providerId="ADAL" clId="{A9C70086-A7DF-4ECC-B35B-8F6849A3BDD8}" dt="2026-04-27T08:32:15.655" v="1175"/>
          <ac:spMkLst>
            <pc:docMk/>
            <pc:sldMk cId="3148520095" sldId="256"/>
            <ac:spMk id="50" creationId="{2F3CD359-AFDC-4E6E-C013-48DE9C6D59CD}"/>
          </ac:spMkLst>
        </pc:spChg>
        <pc:spChg chg="mod">
          <ac:chgData name="Dean Jones (12MG)" userId="255a7527-22e4-4dd2-9172-fe890232cf1e" providerId="ADAL" clId="{A9C70086-A7DF-4ECC-B35B-8F6849A3BDD8}" dt="2026-04-27T08:32:15.655" v="1175"/>
          <ac:spMkLst>
            <pc:docMk/>
            <pc:sldMk cId="3148520095" sldId="256"/>
            <ac:spMk id="51" creationId="{B7227640-B790-6513-AF1A-2E997F4145B2}"/>
          </ac:spMkLst>
        </pc:spChg>
        <pc:spChg chg="mod">
          <ac:chgData name="Dean Jones (12MG)" userId="255a7527-22e4-4dd2-9172-fe890232cf1e" providerId="ADAL" clId="{A9C70086-A7DF-4ECC-B35B-8F6849A3BDD8}" dt="2026-04-27T08:32:15.655" v="1175"/>
          <ac:spMkLst>
            <pc:docMk/>
            <pc:sldMk cId="3148520095" sldId="256"/>
            <ac:spMk id="52" creationId="{06AF7813-22F6-E00D-93A3-C64D272A1591}"/>
          </ac:spMkLst>
        </pc:spChg>
        <pc:spChg chg="mod">
          <ac:chgData name="Dean Jones (12MG)" userId="255a7527-22e4-4dd2-9172-fe890232cf1e" providerId="ADAL" clId="{A9C70086-A7DF-4ECC-B35B-8F6849A3BDD8}" dt="2026-04-27T08:32:15.655" v="1175"/>
          <ac:spMkLst>
            <pc:docMk/>
            <pc:sldMk cId="3148520095" sldId="256"/>
            <ac:spMk id="53" creationId="{FFBEC02F-A6F3-4008-BAD5-E81AB6FCCC4B}"/>
          </ac:spMkLst>
        </pc:spChg>
        <pc:spChg chg="mod">
          <ac:chgData name="Dean Jones (12MG)" userId="255a7527-22e4-4dd2-9172-fe890232cf1e" providerId="ADAL" clId="{A9C70086-A7DF-4ECC-B35B-8F6849A3BDD8}" dt="2026-04-27T08:32:15.655" v="1175"/>
          <ac:spMkLst>
            <pc:docMk/>
            <pc:sldMk cId="3148520095" sldId="256"/>
            <ac:spMk id="54" creationId="{B33870F8-29C6-6BCA-32DB-A9E6CA7C42EC}"/>
          </ac:spMkLst>
        </pc:spChg>
        <pc:spChg chg="add mod">
          <ac:chgData name="Dean Jones (12MG)" userId="255a7527-22e4-4dd2-9172-fe890232cf1e" providerId="ADAL" clId="{A9C70086-A7DF-4ECC-B35B-8F6849A3BDD8}" dt="2026-04-27T08:32:59.572" v="1190" actId="1076"/>
          <ac:spMkLst>
            <pc:docMk/>
            <pc:sldMk cId="3148520095" sldId="256"/>
            <ac:spMk id="55" creationId="{0E8BCF0D-275E-FC6A-D1E7-EAF73F74BBEE}"/>
          </ac:spMkLst>
        </pc:spChg>
        <pc:spChg chg="add mod">
          <ac:chgData name="Dean Jones (12MG)" userId="255a7527-22e4-4dd2-9172-fe890232cf1e" providerId="ADAL" clId="{A9C70086-A7DF-4ECC-B35B-8F6849A3BDD8}" dt="2026-04-27T08:33:26.674" v="1274" actId="1076"/>
          <ac:spMkLst>
            <pc:docMk/>
            <pc:sldMk cId="3148520095" sldId="256"/>
            <ac:spMk id="56" creationId="{DA85C185-83F0-5D20-BC79-FF4639546FBF}"/>
          </ac:spMkLst>
        </pc:spChg>
        <pc:spChg chg="add mod">
          <ac:chgData name="Dean Jones (12MG)" userId="255a7527-22e4-4dd2-9172-fe890232cf1e" providerId="ADAL" clId="{A9C70086-A7DF-4ECC-B35B-8F6849A3BDD8}" dt="2026-04-27T09:28:45.887" v="1463" actId="20577"/>
          <ac:spMkLst>
            <pc:docMk/>
            <pc:sldMk cId="3148520095" sldId="256"/>
            <ac:spMk id="57" creationId="{A6967E62-C771-846E-5D7F-A5C3C6BAA8BC}"/>
          </ac:spMkLst>
        </pc:spChg>
        <pc:grpChg chg="add mod">
          <ac:chgData name="Dean Jones (12MG)" userId="255a7527-22e4-4dd2-9172-fe890232cf1e" providerId="ADAL" clId="{A9C70086-A7DF-4ECC-B35B-8F6849A3BDD8}" dt="2026-04-27T08:32:02.552" v="1164" actId="164"/>
          <ac:grpSpMkLst>
            <pc:docMk/>
            <pc:sldMk cId="3148520095" sldId="256"/>
            <ac:grpSpMk id="18" creationId="{A80EDEF4-3877-9C8D-C1CC-EFFBD979134B}"/>
          </ac:grpSpMkLst>
        </pc:grpChg>
        <pc:grpChg chg="add mod">
          <ac:chgData name="Dean Jones (12MG)" userId="255a7527-22e4-4dd2-9172-fe890232cf1e" providerId="ADAL" clId="{A9C70086-A7DF-4ECC-B35B-8F6849A3BDD8}" dt="2026-04-27T08:32:12.725" v="1172" actId="1076"/>
          <ac:grpSpMkLst>
            <pc:docMk/>
            <pc:sldMk cId="3148520095" sldId="256"/>
            <ac:grpSpMk id="25" creationId="{3E4B34FD-92B7-9571-4B01-D453B5F4E37B}"/>
          </ac:grpSpMkLst>
        </pc:grpChg>
        <pc:grpChg chg="add mod">
          <ac:chgData name="Dean Jones (12MG)" userId="255a7527-22e4-4dd2-9172-fe890232cf1e" providerId="ADAL" clId="{A9C70086-A7DF-4ECC-B35B-8F6849A3BDD8}" dt="2026-04-27T08:32:25.539" v="1178" actId="1076"/>
          <ac:grpSpMkLst>
            <pc:docMk/>
            <pc:sldMk cId="3148520095" sldId="256"/>
            <ac:grpSpMk id="35" creationId="{A19AA615-40EE-5E74-5B3B-91097E54C53B}"/>
          </ac:grpSpMkLst>
        </pc:grpChg>
        <pc:grpChg chg="add mod">
          <ac:chgData name="Dean Jones (12MG)" userId="255a7527-22e4-4dd2-9172-fe890232cf1e" providerId="ADAL" clId="{A9C70086-A7DF-4ECC-B35B-8F6849A3BDD8}" dt="2026-04-27T08:32:21.427" v="1177" actId="1076"/>
          <ac:grpSpMkLst>
            <pc:docMk/>
            <pc:sldMk cId="3148520095" sldId="256"/>
            <ac:grpSpMk id="45" creationId="{0295B08C-94DF-F13A-A996-B5B24A59B8C9}"/>
          </ac:grpSpMkLst>
        </pc:grpChg>
      </pc:sldChg>
      <pc:sldChg chg="new">
        <pc:chgData name="Dean Jones (12MG)" userId="255a7527-22e4-4dd2-9172-fe890232cf1e" providerId="ADAL" clId="{A9C70086-A7DF-4ECC-B35B-8F6849A3BDD8}" dt="2026-04-27T08:28:39.172" v="1067" actId="680"/>
        <pc:sldMkLst>
          <pc:docMk/>
          <pc:sldMk cId="2349538493"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C030C1-4042-4E5A-A749-72A52850F60D}"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909284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C030C1-4042-4E5A-A749-72A52850F60D}"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6330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C030C1-4042-4E5A-A749-72A52850F60D}"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806562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C030C1-4042-4E5A-A749-72A52850F60D}" type="datetimeFigureOut">
              <a:rPr lang="en-GB" smtClean="0"/>
              <a:t>27/04/2026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542201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C030C1-4042-4E5A-A749-72A52850F60D}" type="datetimeFigureOut">
              <a:rPr lang="en-GB" smtClean="0"/>
              <a:t>27/04/2026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4237334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C030C1-4042-4E5A-A749-72A52850F60D}" type="datetimeFigureOut">
              <a:rPr lang="en-GB" smtClean="0"/>
              <a:t>27/04/2026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3789158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C030C1-4042-4E5A-A749-72A52850F60D}" type="datetimeFigureOut">
              <a:rPr lang="en-GB" smtClean="0"/>
              <a:t>27/04/2026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234334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FC030C1-4042-4E5A-A749-72A52850F60D}" type="datetimeFigureOut">
              <a:rPr lang="en-GB" smtClean="0"/>
              <a:t>27/04/2026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521247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FC030C1-4042-4E5A-A749-72A52850F60D}" type="datetimeFigureOut">
              <a:rPr lang="en-GB" smtClean="0"/>
              <a:t>27/04/2026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41162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C030C1-4042-4E5A-A749-72A52850F60D}"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028018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C030C1-4042-4E5A-A749-72A52850F60D}"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278429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2FC030C1-4042-4E5A-A749-72A52850F60D}" type="datetimeFigureOut">
              <a:rPr lang="en-GB" smtClean="0"/>
              <a:t>27/04/2026</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27C520DD-511B-4B72-9015-0FCBD518E2DE}" type="slidenum">
              <a:rPr lang="en-GB" smtClean="0"/>
              <a:t>‹#›</a:t>
            </a:fld>
            <a:endParaRPr lang="en-GB"/>
          </a:p>
        </p:txBody>
      </p:sp>
    </p:spTree>
    <p:extLst>
      <p:ext uri="{BB962C8B-B14F-4D97-AF65-F5344CB8AC3E}">
        <p14:creationId xmlns:p14="http://schemas.microsoft.com/office/powerpoint/2010/main" val="19549847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B34F6C-399F-0BCE-45FB-F82A1DC75F65}"/>
              </a:ext>
            </a:extLst>
          </p:cNvPr>
          <p:cNvSpPr txBox="1"/>
          <p:nvPr/>
        </p:nvSpPr>
        <p:spPr>
          <a:xfrm>
            <a:off x="130628" y="222068"/>
            <a:ext cx="6583681" cy="5262979"/>
          </a:xfrm>
          <a:prstGeom prst="rect">
            <a:avLst/>
          </a:prstGeom>
          <a:noFill/>
        </p:spPr>
        <p:txBody>
          <a:bodyPr wrap="square" rtlCol="0">
            <a:spAutoFit/>
          </a:bodyPr>
          <a:lstStyle/>
          <a:p>
            <a:r>
              <a:rPr lang="en-GB" sz="1400" dirty="0"/>
              <a:t>Description:</a:t>
            </a:r>
          </a:p>
          <a:p>
            <a:r>
              <a:rPr lang="en-GB" sz="1400" dirty="0"/>
              <a:t>A medieval game where you can choose to either attack or defend a castle. The goal is to either survive to the final wave or destroy the castle before the final wave is finished. As the setting is medieval, there will be different units such as infantry, archers, cavalry or artillery which the player can summon to complete this goal. The main game changer however is going to be champion units which the player can control, upgrade and use to possibly turn the tide of the battle themself. Each wave defeated will coins proportionate to the difficulty and number of enemies. </a:t>
            </a:r>
          </a:p>
          <a:p>
            <a:endParaRPr lang="en-GB" sz="1400" dirty="0"/>
          </a:p>
          <a:p>
            <a:endParaRPr lang="en-GB" sz="1400" dirty="0"/>
          </a:p>
          <a:p>
            <a:r>
              <a:rPr lang="en-GB" sz="1400" dirty="0"/>
              <a:t>Key features:</a:t>
            </a:r>
          </a:p>
          <a:p>
            <a:pPr marL="285750" indent="-285750">
              <a:buFont typeface="Arial" panose="020B0604020202020204" pitchFamily="34" charset="0"/>
              <a:buChar char="•"/>
            </a:pPr>
            <a:r>
              <a:rPr lang="en-GB" sz="1400" dirty="0"/>
              <a:t>Castle defence</a:t>
            </a:r>
          </a:p>
          <a:p>
            <a:pPr marL="285750" indent="-285750">
              <a:buFont typeface="Arial" panose="020B0604020202020204" pitchFamily="34" charset="0"/>
              <a:buChar char="•"/>
            </a:pPr>
            <a:r>
              <a:rPr lang="en-GB" sz="1400" dirty="0"/>
              <a:t>Unit types: Infantry, Archers, Cavalry, Artillery</a:t>
            </a:r>
          </a:p>
          <a:p>
            <a:pPr marL="285750" indent="-285750">
              <a:buFont typeface="Arial" panose="020B0604020202020204" pitchFamily="34" charset="0"/>
              <a:buChar char="•"/>
            </a:pPr>
            <a:r>
              <a:rPr lang="en-GB" sz="1400" dirty="0"/>
              <a:t>Upgradable Champion unit (1 per match)</a:t>
            </a:r>
          </a:p>
          <a:p>
            <a:pPr marL="285750" indent="-285750">
              <a:buFont typeface="Arial" panose="020B0604020202020204" pitchFamily="34" charset="0"/>
              <a:buChar char="•"/>
            </a:pPr>
            <a:r>
              <a:rPr lang="en-GB" sz="1400" dirty="0"/>
              <a:t>Command units</a:t>
            </a:r>
          </a:p>
          <a:p>
            <a:pPr marL="285750" indent="-285750">
              <a:buFont typeface="Arial" panose="020B0604020202020204" pitchFamily="34" charset="0"/>
              <a:buChar char="•"/>
            </a:pPr>
            <a:r>
              <a:rPr lang="en-GB" sz="1400" dirty="0"/>
              <a:t>Skill tree  (&amp; points)  </a:t>
            </a:r>
          </a:p>
          <a:p>
            <a:pPr marL="285750" indent="-285750">
              <a:buFont typeface="Arial" panose="020B0604020202020204" pitchFamily="34" charset="0"/>
              <a:buChar char="•"/>
            </a:pPr>
            <a:r>
              <a:rPr lang="en-GB" sz="1400" dirty="0"/>
              <a:t>Mini/Full bosses </a:t>
            </a:r>
          </a:p>
          <a:p>
            <a:endParaRPr lang="en-GB" sz="1400" dirty="0"/>
          </a:p>
          <a:p>
            <a:r>
              <a:rPr lang="en-GB" sz="1400" dirty="0"/>
              <a:t>Stakeholders:</a:t>
            </a:r>
          </a:p>
          <a:p>
            <a:r>
              <a:rPr lang="en-GB" sz="1400" dirty="0"/>
              <a:t>My cs class</a:t>
            </a:r>
          </a:p>
          <a:p>
            <a:r>
              <a:rPr lang="en-GB" sz="1400" dirty="0"/>
              <a:t>Some other </a:t>
            </a:r>
            <a:r>
              <a:rPr lang="en-GB" sz="1400" dirty="0" err="1"/>
              <a:t>randos</a:t>
            </a:r>
            <a:r>
              <a:rPr lang="en-GB" sz="1400" dirty="0"/>
              <a:t> I can find</a:t>
            </a:r>
          </a:p>
          <a:p>
            <a:endParaRPr lang="en-GB" sz="1400" dirty="0"/>
          </a:p>
          <a:p>
            <a:r>
              <a:rPr lang="en-GB" sz="1400" dirty="0"/>
              <a:t>UI Example:</a:t>
            </a:r>
          </a:p>
          <a:p>
            <a:r>
              <a:rPr lang="en-GB" sz="1400" dirty="0"/>
              <a:t>Can be reversed horizontally depending which side the player is</a:t>
            </a:r>
          </a:p>
        </p:txBody>
      </p:sp>
      <p:sp>
        <p:nvSpPr>
          <p:cNvPr id="5" name="Rectangle 4">
            <a:extLst>
              <a:ext uri="{FF2B5EF4-FFF2-40B4-BE49-F238E27FC236}">
                <a16:creationId xmlns:a16="http://schemas.microsoft.com/office/drawing/2014/main" id="{69E189BF-1FE1-944F-6B6E-139C25588149}"/>
              </a:ext>
            </a:extLst>
          </p:cNvPr>
          <p:cNvSpPr/>
          <p:nvPr/>
        </p:nvSpPr>
        <p:spPr>
          <a:xfrm>
            <a:off x="130628" y="5447211"/>
            <a:ext cx="6583681" cy="303058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8D306F3F-CC76-7651-B198-1A9D95FA83AE}"/>
              </a:ext>
            </a:extLst>
          </p:cNvPr>
          <p:cNvSpPr/>
          <p:nvPr/>
        </p:nvSpPr>
        <p:spPr>
          <a:xfrm>
            <a:off x="1280160" y="5930537"/>
            <a:ext cx="613954" cy="19724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A08996D6-4D5B-876B-1849-6EFD754571CB}"/>
              </a:ext>
            </a:extLst>
          </p:cNvPr>
          <p:cNvSpPr/>
          <p:nvPr/>
        </p:nvSpPr>
        <p:spPr>
          <a:xfrm>
            <a:off x="666206" y="5930537"/>
            <a:ext cx="613954" cy="3396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2DBAC1E-0ED8-7F25-414E-4D49E1A52D87}"/>
              </a:ext>
            </a:extLst>
          </p:cNvPr>
          <p:cNvSpPr/>
          <p:nvPr/>
        </p:nvSpPr>
        <p:spPr>
          <a:xfrm>
            <a:off x="666206" y="7563395"/>
            <a:ext cx="613954" cy="3396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A80EDEF4-3877-9C8D-C1CC-EFFBD979134B}"/>
              </a:ext>
            </a:extLst>
          </p:cNvPr>
          <p:cNvGrpSpPr/>
          <p:nvPr/>
        </p:nvGrpSpPr>
        <p:grpSpPr>
          <a:xfrm>
            <a:off x="3429000" y="6100353"/>
            <a:ext cx="732608" cy="697024"/>
            <a:chOff x="3429000" y="6100353"/>
            <a:chExt cx="732608" cy="697024"/>
          </a:xfrm>
        </p:grpSpPr>
        <p:sp>
          <p:nvSpPr>
            <p:cNvPr id="9" name="Oval 8">
              <a:extLst>
                <a:ext uri="{FF2B5EF4-FFF2-40B4-BE49-F238E27FC236}">
                  <a16:creationId xmlns:a16="http://schemas.microsoft.com/office/drawing/2014/main" id="{0EFC5A42-12BA-18E8-378F-1658F63C0F70}"/>
                </a:ext>
              </a:extLst>
            </p:cNvPr>
            <p:cNvSpPr/>
            <p:nvPr/>
          </p:nvSpPr>
          <p:spPr>
            <a:xfrm>
              <a:off x="3429000" y="610035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55871FB2-E034-2470-FA2A-B9A956A0E353}"/>
                </a:ext>
              </a:extLst>
            </p:cNvPr>
            <p:cNvSpPr/>
            <p:nvPr/>
          </p:nvSpPr>
          <p:spPr>
            <a:xfrm>
              <a:off x="3707674" y="610253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E86426A4-6B36-F7AA-D4FF-9FCBFD5D6930}"/>
                </a:ext>
              </a:extLst>
            </p:cNvPr>
            <p:cNvSpPr/>
            <p:nvPr/>
          </p:nvSpPr>
          <p:spPr>
            <a:xfrm>
              <a:off x="3972197" y="610035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6C74FB49-FF31-E0FB-C18C-68BB0F17B179}"/>
                </a:ext>
              </a:extLst>
            </p:cNvPr>
            <p:cNvSpPr/>
            <p:nvPr/>
          </p:nvSpPr>
          <p:spPr>
            <a:xfrm>
              <a:off x="3429000" y="6362869"/>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56E5AC94-11AB-CAE8-70B0-B99080D899AB}"/>
                </a:ext>
              </a:extLst>
            </p:cNvPr>
            <p:cNvSpPr/>
            <p:nvPr/>
          </p:nvSpPr>
          <p:spPr>
            <a:xfrm>
              <a:off x="3707674" y="6365045"/>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47C3C7FF-963A-9E94-3EA6-AB3F78E1696E}"/>
                </a:ext>
              </a:extLst>
            </p:cNvPr>
            <p:cNvSpPr/>
            <p:nvPr/>
          </p:nvSpPr>
          <p:spPr>
            <a:xfrm>
              <a:off x="3972197" y="6362868"/>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C2A14EE7-65A5-F6CD-519A-B13CC76A0D2C}"/>
                </a:ext>
              </a:extLst>
            </p:cNvPr>
            <p:cNvSpPr/>
            <p:nvPr/>
          </p:nvSpPr>
          <p:spPr>
            <a:xfrm>
              <a:off x="3429000" y="662538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4C49572C-D1E4-AFB5-D5E4-A7849DEB37C1}"/>
                </a:ext>
              </a:extLst>
            </p:cNvPr>
            <p:cNvSpPr/>
            <p:nvPr/>
          </p:nvSpPr>
          <p:spPr>
            <a:xfrm>
              <a:off x="3707674" y="662756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59EC98EB-9059-2375-A839-7519709D37DC}"/>
                </a:ext>
              </a:extLst>
            </p:cNvPr>
            <p:cNvSpPr/>
            <p:nvPr/>
          </p:nvSpPr>
          <p:spPr>
            <a:xfrm>
              <a:off x="3972197" y="662538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Group 24">
            <a:extLst>
              <a:ext uri="{FF2B5EF4-FFF2-40B4-BE49-F238E27FC236}">
                <a16:creationId xmlns:a16="http://schemas.microsoft.com/office/drawing/2014/main" id="{3E4B34FD-92B7-9571-4B01-D453B5F4E37B}"/>
              </a:ext>
            </a:extLst>
          </p:cNvPr>
          <p:cNvGrpSpPr/>
          <p:nvPr/>
        </p:nvGrpSpPr>
        <p:grpSpPr>
          <a:xfrm>
            <a:off x="2661557" y="7238248"/>
            <a:ext cx="732608" cy="697024"/>
            <a:chOff x="3429000" y="6100353"/>
            <a:chExt cx="732608" cy="697024"/>
          </a:xfrm>
        </p:grpSpPr>
        <p:sp>
          <p:nvSpPr>
            <p:cNvPr id="26" name="Oval 25">
              <a:extLst>
                <a:ext uri="{FF2B5EF4-FFF2-40B4-BE49-F238E27FC236}">
                  <a16:creationId xmlns:a16="http://schemas.microsoft.com/office/drawing/2014/main" id="{F0C08C99-28D6-E966-3290-EA9B829FD17D}"/>
                </a:ext>
              </a:extLst>
            </p:cNvPr>
            <p:cNvSpPr/>
            <p:nvPr/>
          </p:nvSpPr>
          <p:spPr>
            <a:xfrm>
              <a:off x="3429000" y="610035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DD5C17A8-4DC9-0000-B22C-78DDF0C633A3}"/>
                </a:ext>
              </a:extLst>
            </p:cNvPr>
            <p:cNvSpPr/>
            <p:nvPr/>
          </p:nvSpPr>
          <p:spPr>
            <a:xfrm>
              <a:off x="3707674" y="610253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BC71A0AA-4509-FD86-6608-C0CFFC9B3BD2}"/>
                </a:ext>
              </a:extLst>
            </p:cNvPr>
            <p:cNvSpPr/>
            <p:nvPr/>
          </p:nvSpPr>
          <p:spPr>
            <a:xfrm>
              <a:off x="3972197" y="610035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A5067A23-BC79-6E54-6523-83A70569C23E}"/>
                </a:ext>
              </a:extLst>
            </p:cNvPr>
            <p:cNvSpPr/>
            <p:nvPr/>
          </p:nvSpPr>
          <p:spPr>
            <a:xfrm>
              <a:off x="3429000" y="6362869"/>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0DD664EB-D35F-C546-AF07-6C6C65D62EBD}"/>
                </a:ext>
              </a:extLst>
            </p:cNvPr>
            <p:cNvSpPr/>
            <p:nvPr/>
          </p:nvSpPr>
          <p:spPr>
            <a:xfrm>
              <a:off x="3707674" y="6365045"/>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312DC47F-94A5-F8C1-B67A-4C88E847FD27}"/>
                </a:ext>
              </a:extLst>
            </p:cNvPr>
            <p:cNvSpPr/>
            <p:nvPr/>
          </p:nvSpPr>
          <p:spPr>
            <a:xfrm>
              <a:off x="3972197" y="6362868"/>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C5FAC1C3-E4E0-9D80-8841-6AB680455EC8}"/>
                </a:ext>
              </a:extLst>
            </p:cNvPr>
            <p:cNvSpPr/>
            <p:nvPr/>
          </p:nvSpPr>
          <p:spPr>
            <a:xfrm>
              <a:off x="3429000" y="662538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68CD06AC-D712-36E5-302B-44115DD0FB50}"/>
                </a:ext>
              </a:extLst>
            </p:cNvPr>
            <p:cNvSpPr/>
            <p:nvPr/>
          </p:nvSpPr>
          <p:spPr>
            <a:xfrm>
              <a:off x="3707674" y="662756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C4E16E17-B43C-9430-5141-298CFCAA478B}"/>
                </a:ext>
              </a:extLst>
            </p:cNvPr>
            <p:cNvSpPr/>
            <p:nvPr/>
          </p:nvSpPr>
          <p:spPr>
            <a:xfrm>
              <a:off x="3972197" y="662538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 name="Group 34">
            <a:extLst>
              <a:ext uri="{FF2B5EF4-FFF2-40B4-BE49-F238E27FC236}">
                <a16:creationId xmlns:a16="http://schemas.microsoft.com/office/drawing/2014/main" id="{A19AA615-40EE-5E74-5B3B-91097E54C53B}"/>
              </a:ext>
            </a:extLst>
          </p:cNvPr>
          <p:cNvGrpSpPr/>
          <p:nvPr/>
        </p:nvGrpSpPr>
        <p:grpSpPr>
          <a:xfrm>
            <a:off x="3605893" y="7206005"/>
            <a:ext cx="732608" cy="697024"/>
            <a:chOff x="3429000" y="6100353"/>
            <a:chExt cx="732608" cy="697024"/>
          </a:xfrm>
        </p:grpSpPr>
        <p:sp>
          <p:nvSpPr>
            <p:cNvPr id="36" name="Oval 35">
              <a:extLst>
                <a:ext uri="{FF2B5EF4-FFF2-40B4-BE49-F238E27FC236}">
                  <a16:creationId xmlns:a16="http://schemas.microsoft.com/office/drawing/2014/main" id="{DD13D041-4592-432E-8A30-E2AAF774C63A}"/>
                </a:ext>
              </a:extLst>
            </p:cNvPr>
            <p:cNvSpPr/>
            <p:nvPr/>
          </p:nvSpPr>
          <p:spPr>
            <a:xfrm>
              <a:off x="3429000" y="610035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050A253A-F094-87E6-5AA1-BEB394EABF37}"/>
                </a:ext>
              </a:extLst>
            </p:cNvPr>
            <p:cNvSpPr/>
            <p:nvPr/>
          </p:nvSpPr>
          <p:spPr>
            <a:xfrm>
              <a:off x="3707674" y="610253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54821DFD-B15A-15AB-850D-3CA1E2DB1E73}"/>
                </a:ext>
              </a:extLst>
            </p:cNvPr>
            <p:cNvSpPr/>
            <p:nvPr/>
          </p:nvSpPr>
          <p:spPr>
            <a:xfrm>
              <a:off x="3972197" y="610035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4CBC8B05-6A2C-C53A-4D31-2019FB5F8ADE}"/>
                </a:ext>
              </a:extLst>
            </p:cNvPr>
            <p:cNvSpPr/>
            <p:nvPr/>
          </p:nvSpPr>
          <p:spPr>
            <a:xfrm>
              <a:off x="3429000" y="6362869"/>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828ADDBB-1FE0-555E-313C-C80A13A0CFA6}"/>
                </a:ext>
              </a:extLst>
            </p:cNvPr>
            <p:cNvSpPr/>
            <p:nvPr/>
          </p:nvSpPr>
          <p:spPr>
            <a:xfrm>
              <a:off x="3707674" y="6365045"/>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a:extLst>
                <a:ext uri="{FF2B5EF4-FFF2-40B4-BE49-F238E27FC236}">
                  <a16:creationId xmlns:a16="http://schemas.microsoft.com/office/drawing/2014/main" id="{E1B442A7-E764-8179-DF1B-F519A63ED6AD}"/>
                </a:ext>
              </a:extLst>
            </p:cNvPr>
            <p:cNvSpPr/>
            <p:nvPr/>
          </p:nvSpPr>
          <p:spPr>
            <a:xfrm>
              <a:off x="3972197" y="6362868"/>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9C37E448-65CB-ED3C-4753-BD7D995C9279}"/>
                </a:ext>
              </a:extLst>
            </p:cNvPr>
            <p:cNvSpPr/>
            <p:nvPr/>
          </p:nvSpPr>
          <p:spPr>
            <a:xfrm>
              <a:off x="3429000" y="662538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6FD6DC57-97A4-2138-F73D-07D2680260AD}"/>
                </a:ext>
              </a:extLst>
            </p:cNvPr>
            <p:cNvSpPr/>
            <p:nvPr/>
          </p:nvSpPr>
          <p:spPr>
            <a:xfrm>
              <a:off x="3707674" y="662756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C0F28D5D-93B9-18EF-B09A-4AB080C23678}"/>
                </a:ext>
              </a:extLst>
            </p:cNvPr>
            <p:cNvSpPr/>
            <p:nvPr/>
          </p:nvSpPr>
          <p:spPr>
            <a:xfrm>
              <a:off x="3972197" y="662538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5" name="Group 44">
            <a:extLst>
              <a:ext uri="{FF2B5EF4-FFF2-40B4-BE49-F238E27FC236}">
                <a16:creationId xmlns:a16="http://schemas.microsoft.com/office/drawing/2014/main" id="{0295B08C-94DF-F13A-A996-B5B24A59B8C9}"/>
              </a:ext>
            </a:extLst>
          </p:cNvPr>
          <p:cNvGrpSpPr/>
          <p:nvPr/>
        </p:nvGrpSpPr>
        <p:grpSpPr>
          <a:xfrm>
            <a:off x="4420689" y="6100353"/>
            <a:ext cx="732608" cy="697024"/>
            <a:chOff x="3429000" y="6100353"/>
            <a:chExt cx="732608" cy="697024"/>
          </a:xfrm>
        </p:grpSpPr>
        <p:sp>
          <p:nvSpPr>
            <p:cNvPr id="46" name="Oval 45">
              <a:extLst>
                <a:ext uri="{FF2B5EF4-FFF2-40B4-BE49-F238E27FC236}">
                  <a16:creationId xmlns:a16="http://schemas.microsoft.com/office/drawing/2014/main" id="{7251F31E-59BF-DCFA-9B34-24D9147C1C73}"/>
                </a:ext>
              </a:extLst>
            </p:cNvPr>
            <p:cNvSpPr/>
            <p:nvPr/>
          </p:nvSpPr>
          <p:spPr>
            <a:xfrm>
              <a:off x="3429000" y="610035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a:extLst>
                <a:ext uri="{FF2B5EF4-FFF2-40B4-BE49-F238E27FC236}">
                  <a16:creationId xmlns:a16="http://schemas.microsoft.com/office/drawing/2014/main" id="{81EE80C2-BCED-5ED8-0E03-F93BD53F2F7F}"/>
                </a:ext>
              </a:extLst>
            </p:cNvPr>
            <p:cNvSpPr/>
            <p:nvPr/>
          </p:nvSpPr>
          <p:spPr>
            <a:xfrm>
              <a:off x="3707674" y="610253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Oval 47">
              <a:extLst>
                <a:ext uri="{FF2B5EF4-FFF2-40B4-BE49-F238E27FC236}">
                  <a16:creationId xmlns:a16="http://schemas.microsoft.com/office/drawing/2014/main" id="{729F76E9-E933-7201-3FD5-DF7427AE6BC9}"/>
                </a:ext>
              </a:extLst>
            </p:cNvPr>
            <p:cNvSpPr/>
            <p:nvPr/>
          </p:nvSpPr>
          <p:spPr>
            <a:xfrm>
              <a:off x="3972197" y="610035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a:extLst>
                <a:ext uri="{FF2B5EF4-FFF2-40B4-BE49-F238E27FC236}">
                  <a16:creationId xmlns:a16="http://schemas.microsoft.com/office/drawing/2014/main" id="{DDCF4986-CD19-704E-6EAE-64DB94ED73A4}"/>
                </a:ext>
              </a:extLst>
            </p:cNvPr>
            <p:cNvSpPr/>
            <p:nvPr/>
          </p:nvSpPr>
          <p:spPr>
            <a:xfrm>
              <a:off x="3429000" y="6362869"/>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9">
              <a:extLst>
                <a:ext uri="{FF2B5EF4-FFF2-40B4-BE49-F238E27FC236}">
                  <a16:creationId xmlns:a16="http://schemas.microsoft.com/office/drawing/2014/main" id="{2F3CD359-AFDC-4E6E-C013-48DE9C6D59CD}"/>
                </a:ext>
              </a:extLst>
            </p:cNvPr>
            <p:cNvSpPr/>
            <p:nvPr/>
          </p:nvSpPr>
          <p:spPr>
            <a:xfrm>
              <a:off x="3707674" y="6365045"/>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B7227640-B790-6513-AF1A-2E997F4145B2}"/>
                </a:ext>
              </a:extLst>
            </p:cNvPr>
            <p:cNvSpPr/>
            <p:nvPr/>
          </p:nvSpPr>
          <p:spPr>
            <a:xfrm>
              <a:off x="3972197" y="6362868"/>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Oval 51">
              <a:extLst>
                <a:ext uri="{FF2B5EF4-FFF2-40B4-BE49-F238E27FC236}">
                  <a16:creationId xmlns:a16="http://schemas.microsoft.com/office/drawing/2014/main" id="{06AF7813-22F6-E00D-93A3-C64D272A1591}"/>
                </a:ext>
              </a:extLst>
            </p:cNvPr>
            <p:cNvSpPr/>
            <p:nvPr/>
          </p:nvSpPr>
          <p:spPr>
            <a:xfrm>
              <a:off x="3429000" y="662538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Oval 52">
              <a:extLst>
                <a:ext uri="{FF2B5EF4-FFF2-40B4-BE49-F238E27FC236}">
                  <a16:creationId xmlns:a16="http://schemas.microsoft.com/office/drawing/2014/main" id="{FFBEC02F-A6F3-4008-BAD5-E81AB6FCCC4B}"/>
                </a:ext>
              </a:extLst>
            </p:cNvPr>
            <p:cNvSpPr/>
            <p:nvPr/>
          </p:nvSpPr>
          <p:spPr>
            <a:xfrm>
              <a:off x="3707674" y="662756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a:extLst>
                <a:ext uri="{FF2B5EF4-FFF2-40B4-BE49-F238E27FC236}">
                  <a16:creationId xmlns:a16="http://schemas.microsoft.com/office/drawing/2014/main" id="{B33870F8-29C6-6BCA-32DB-A9E6CA7C42EC}"/>
                </a:ext>
              </a:extLst>
            </p:cNvPr>
            <p:cNvSpPr/>
            <p:nvPr/>
          </p:nvSpPr>
          <p:spPr>
            <a:xfrm>
              <a:off x="3972197" y="662538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5" name="TextBox 54">
            <a:extLst>
              <a:ext uri="{FF2B5EF4-FFF2-40B4-BE49-F238E27FC236}">
                <a16:creationId xmlns:a16="http://schemas.microsoft.com/office/drawing/2014/main" id="{0E8BCF0D-275E-FC6A-D1E7-EAF73F74BBEE}"/>
              </a:ext>
            </a:extLst>
          </p:cNvPr>
          <p:cNvSpPr txBox="1"/>
          <p:nvPr/>
        </p:nvSpPr>
        <p:spPr>
          <a:xfrm>
            <a:off x="862289" y="5568264"/>
            <a:ext cx="835742" cy="369332"/>
          </a:xfrm>
          <a:prstGeom prst="rect">
            <a:avLst/>
          </a:prstGeom>
          <a:noFill/>
        </p:spPr>
        <p:txBody>
          <a:bodyPr wrap="none" rtlCol="0">
            <a:spAutoFit/>
          </a:bodyPr>
          <a:lstStyle/>
          <a:p>
            <a:r>
              <a:rPr lang="en-GB" dirty="0"/>
              <a:t>Castle</a:t>
            </a:r>
          </a:p>
        </p:txBody>
      </p:sp>
      <p:sp>
        <p:nvSpPr>
          <p:cNvPr id="56" name="TextBox 55">
            <a:extLst>
              <a:ext uri="{FF2B5EF4-FFF2-40B4-BE49-F238E27FC236}">
                <a16:creationId xmlns:a16="http://schemas.microsoft.com/office/drawing/2014/main" id="{DA85C185-83F0-5D20-BC79-FF4639546FBF}"/>
              </a:ext>
            </a:extLst>
          </p:cNvPr>
          <p:cNvSpPr txBox="1"/>
          <p:nvPr/>
        </p:nvSpPr>
        <p:spPr>
          <a:xfrm>
            <a:off x="3081831" y="5579150"/>
            <a:ext cx="1692643" cy="369332"/>
          </a:xfrm>
          <a:prstGeom prst="rect">
            <a:avLst/>
          </a:prstGeom>
          <a:noFill/>
        </p:spPr>
        <p:txBody>
          <a:bodyPr wrap="none" rtlCol="0">
            <a:spAutoFit/>
          </a:bodyPr>
          <a:lstStyle/>
          <a:p>
            <a:r>
              <a:rPr lang="en-GB" dirty="0"/>
              <a:t>Attacking Units</a:t>
            </a:r>
          </a:p>
        </p:txBody>
      </p:sp>
      <p:sp>
        <p:nvSpPr>
          <p:cNvPr id="57" name="TextBox 56">
            <a:extLst>
              <a:ext uri="{FF2B5EF4-FFF2-40B4-BE49-F238E27FC236}">
                <a16:creationId xmlns:a16="http://schemas.microsoft.com/office/drawing/2014/main" id="{A6967E62-C771-846E-5D7F-A5C3C6BAA8BC}"/>
              </a:ext>
            </a:extLst>
          </p:cNvPr>
          <p:cNvSpPr txBox="1"/>
          <p:nvPr/>
        </p:nvSpPr>
        <p:spPr>
          <a:xfrm>
            <a:off x="130628" y="8621486"/>
            <a:ext cx="1268937" cy="1015663"/>
          </a:xfrm>
          <a:prstGeom prst="rect">
            <a:avLst/>
          </a:prstGeom>
          <a:noFill/>
        </p:spPr>
        <p:txBody>
          <a:bodyPr wrap="none" rtlCol="0">
            <a:spAutoFit/>
          </a:bodyPr>
          <a:lstStyle/>
          <a:p>
            <a:r>
              <a:rPr lang="en-GB" sz="1200" dirty="0"/>
              <a:t>Packages:</a:t>
            </a:r>
          </a:p>
          <a:p>
            <a:r>
              <a:rPr lang="en-GB" sz="1200" dirty="0" err="1"/>
              <a:t>Pygame</a:t>
            </a:r>
            <a:endParaRPr lang="en-GB" sz="1200" dirty="0"/>
          </a:p>
          <a:p>
            <a:endParaRPr lang="en-GB" sz="1200" dirty="0"/>
          </a:p>
          <a:p>
            <a:r>
              <a:rPr lang="en-GB" sz="1200" dirty="0"/>
              <a:t>Similar </a:t>
            </a:r>
            <a:r>
              <a:rPr lang="en-GB" sz="1200"/>
              <a:t>Projects:</a:t>
            </a:r>
          </a:p>
          <a:p>
            <a:endParaRPr lang="en-GB" sz="1200" dirty="0"/>
          </a:p>
        </p:txBody>
      </p:sp>
    </p:spTree>
    <p:extLst>
      <p:ext uri="{BB962C8B-B14F-4D97-AF65-F5344CB8AC3E}">
        <p14:creationId xmlns:p14="http://schemas.microsoft.com/office/powerpoint/2010/main" val="3148520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FB0BB-D608-3193-1808-4A18A5945D5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6E113B6-2456-8C21-ED52-D2A2129ED6F7}"/>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3495384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TotalTime>
  <Words>179</Words>
  <Application>Microsoft Office PowerPoint</Application>
  <PresentationFormat>A4 Paper (210x297 mm)</PresentationFormat>
  <Paragraphs>24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Dean Jones (12MG)</dc:creator>
  <cp:lastModifiedBy>Dean Jones (12MG)</cp:lastModifiedBy>
  <cp:revision>1</cp:revision>
  <dcterms:created xsi:type="dcterms:W3CDTF">2026-04-27T08:11:51Z</dcterms:created>
  <dcterms:modified xsi:type="dcterms:W3CDTF">2026-04-27T09:28:54Z</dcterms:modified>
</cp:coreProperties>
</file>